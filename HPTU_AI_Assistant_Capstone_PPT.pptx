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3108960"/>
            <a:ext cx="11731752" cy="4572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7941D"/>
                </a:solidFill>
              </a:rPr>
              <a:t>HIMACHAL PRADESH TECHNICAL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</a:rPr>
              <a:t>Hamirpur, Himachal Pradesh — 177001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188720"/>
            <a:ext cx="7616952" cy="3657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HPTU AI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7941D"/>
                </a:solidFill>
              </a:rPr>
              <a:t>An AI-Powered Smart Helpdesk &amp; Career Consultant for HPTU Students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246120"/>
            <a:ext cx="9445752" cy="2606040"/>
          </a:xfrm>
          <a:prstGeom prst="rect">
            <a:avLst/>
          </a:prstGeom>
          <a:solidFill>
            <a:srgbClr val="0F1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41D"/>
                </a:solidFill>
              </a:rPr>
              <a:t>Submitted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Kunal Chauhan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77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Roll No: 23015103036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51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B.Tech — Computer Science &amp; Engineering (6th Sem)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3337560"/>
            <a:ext cx="36576" cy="237744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41D"/>
                </a:solidFill>
              </a:rPr>
              <a:t>Project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Course Code: CSEE-611P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77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Capstone Project | Session 2025-26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Dept. of CSE | HPTU, Hamirpur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0AEC0"/>
                </a:solidFill>
              </a:rPr>
              <a:t>Guided By: Faculty Mentor, Dept. of CSE, HPTU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941D"/>
                </a:solidFill>
              </a:rPr>
              <a:t>Background &amp; Motivation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CSEE-611P | HPTU, Hamirpur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7941D"/>
                </a:solidFill>
              </a:rPr>
              <a:t>© 2026 Kunal Chauhan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980"/>
                </a:solidFill>
              </a:rPr>
              <a:t>What is HPTU AI Assistant?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1371600" cy="3657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1A1A2E"/>
                </a:solidFill>
              </a:rPr>
              <a:t>▸ HPTU (Himachal Pradesh Technical University) serves thousands of students across HP with limited digital support infrastructure.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1A1A2E"/>
                </a:solidFill>
              </a:rPr>
              <a:t>▸ Students frequently struggle to find: exam schedules, results, fee info, syllabus, previous year papers, and grievance contacts.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1A1A2E"/>
                </a:solidFill>
              </a:rPr>
              <a:t>▸ Traditional university portals are static, hard to navigate, and do not provide personalized guidance.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1A1A2E"/>
                </a:solidFill>
              </a:rPr>
              <a:t>▸ There is no single intelligent system that answers queries, resolves issues, and guides students in real time.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>
                <a:solidFill>
                  <a:srgbClr val="1A1A2E"/>
                </a:solidFill>
              </a:rPr>
              <a:t>▸ This project delivers an AI-powered web assistant purpose-built for HPTU students and prospective applicants.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31752" y="1371600"/>
            <a:ext cx="91440" cy="502920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941D"/>
                </a:solidFill>
              </a:rPr>
              <a:t>Challenges Faced by HPTU Students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CSEE-611P | HPTU, Hamirpur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7941D"/>
                </a:solidFill>
              </a:rPr>
              <a:t>© 2026 Kunal Chauhan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5394960" cy="4754880"/>
          </a:xfrm>
          <a:prstGeom prst="rect">
            <a:avLst/>
          </a:prstGeom>
          <a:noFill/>
          <a:ln w="19050">
            <a:solidFill>
              <a:srgbClr val="E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980"/>
                </a:solidFill>
              </a:rPr>
              <a:t>❌ Current Problems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965960"/>
            <a:ext cx="914400" cy="3657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1A1A2E"/>
                </a:solidFill>
              </a:rPr>
              <a:t>✗  No single platform for all HPTU information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1A1A2E"/>
                </a:solidFill>
              </a:rPr>
              <a:t>✗  Students miss important notices &amp; deadlines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1A1A2E"/>
                </a:solidFill>
              </a:rPr>
              <a:t>✗  Result/marksheet issues take weeks to resolve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1A1A2E"/>
                </a:solidFill>
              </a:rPr>
              <a:t>✗  No career or placement guidance available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1A1A2E"/>
                </a:solidFill>
              </a:rPr>
              <a:t>✗  PYQ papers scattered across multiple sites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1A1A2E"/>
                </a:solidFill>
              </a:rPr>
              <a:t>✗  Exam date queries require manual website search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1A1A2E"/>
                </a:solidFill>
              </a:rPr>
              <a:t>✗  No 24×7 support for student grievances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463040"/>
            <a:ext cx="5394960" cy="4754880"/>
          </a:xfrm>
          <a:prstGeom prst="rect">
            <a:avLst/>
          </a:prstGeom>
          <a:noFill/>
          <a:ln w="19050">
            <a:solidFill>
              <a:srgbClr val="E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980"/>
                </a:solidFill>
              </a:rPr>
              <a:t>✅ Proposed Solution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965960"/>
            <a:ext cx="914400" cy="3657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10312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1A1A2E"/>
                </a:solidFill>
              </a:rPr>
              <a:t>✔  Unified AI-powered assistant for all info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1A1A2E"/>
                </a:solidFill>
              </a:rPr>
              <a:t>✔  Live notice scraping &amp; real-time updates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1A1A2E"/>
                </a:solidFill>
              </a:rPr>
              <a:t>✔  Instant result lookup by roll no. or name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1A1A2E"/>
                </a:solidFill>
              </a:rPr>
              <a:t>✔  Career consultant with branch-wise guidance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1A1A2E"/>
                </a:solidFill>
              </a:rPr>
              <a:t>✔  1000+ PYQ papers searchable via chatbot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1A1A2E"/>
                </a:solidFill>
              </a:rPr>
              <a:t>✔  Live web search for exam dates &amp; schedules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1A1A2E"/>
                </a:solidFill>
              </a:rPr>
              <a:t>✔  24×7 helpdesk with contact routing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Methodology — 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941D"/>
                </a:solidFill>
              </a:rPr>
              <a:t>Tools &amp; Technologies 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CSEE-611P | HPTU, Hamirpur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7941D"/>
                </a:solidFill>
              </a:rPr>
              <a:t>© 2026 Kunal Chauhan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3949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73152" cy="7498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54533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980"/>
                </a:solidFill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Python 3.12 + Flask 3.1 (Blueprints architecture)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508760"/>
            <a:ext cx="53949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508760"/>
            <a:ext cx="73152" cy="7498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54533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980"/>
                </a:solidFill>
              </a:rPr>
              <a:t>AI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Cohere API — command-a-03-2025 / command-r7b-12-2024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77439"/>
            <a:ext cx="53949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2377439"/>
            <a:ext cx="73152" cy="7498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414015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980"/>
                </a:solidFill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6974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MongoDB (pymongo 4.7) — notices, PYQs, chat logs, syllabus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377439"/>
            <a:ext cx="53949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2377439"/>
            <a:ext cx="73152" cy="7498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414015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980"/>
                </a:solidFill>
              </a:rPr>
              <a:t>Web Scraping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6974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BeautifulSoup4 + Requests — himtu.ac.in &amp; hptuonline.com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246120"/>
            <a:ext cx="53949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3246120"/>
            <a:ext cx="73152" cy="7498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2826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980"/>
                </a:solidFill>
              </a:rPr>
              <a:t>PDF Processing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566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pypdf — text extraction from HPTU documents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246120"/>
            <a:ext cx="53949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3246120"/>
            <a:ext cx="73152" cy="7498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32826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980"/>
                </a:solidFill>
              </a:rPr>
              <a:t>Scheduler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566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APScheduler 3.10 — auto-scraping every 30 minutes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14800"/>
            <a:ext cx="53949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4114800"/>
            <a:ext cx="73152" cy="7498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415137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980"/>
                </a:solidFill>
              </a:rPr>
              <a:t>Frontend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HTML5 + Vanilla CSS3 + JavaScript (no frameworks)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114800"/>
            <a:ext cx="53949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09360" y="4114800"/>
            <a:ext cx="73152" cy="7498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415137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980"/>
                </a:solidFill>
              </a:rPr>
              <a:t>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434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Render (Gunicorn + Procfile) | Live: burgerbeast-projects.onrender.com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983479"/>
            <a:ext cx="53949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65760" y="4983479"/>
            <a:ext cx="73152" cy="7498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020055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980"/>
                </a:solidFill>
              </a:rPr>
              <a:t>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30351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Google Custom Search API + DuckDuckGo fallback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983479"/>
            <a:ext cx="53949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309360" y="4983479"/>
            <a:ext cx="73152" cy="7498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92240" y="5020055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980"/>
                </a:solidFill>
              </a:rPr>
              <a:t>Speech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30351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Web Speech API (en-IN locale) — voice input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Methodology —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941D"/>
                </a:solidFill>
              </a:rPr>
              <a:t>High-Level Design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CSEE-611P | HPTU, Hamirpur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7941D"/>
                </a:solidFill>
              </a:rPr>
              <a:t>© 2026 Kunal Chauhan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508760"/>
            <a:ext cx="2743200" cy="73152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7941D"/>
                </a:solidFill>
              </a:rPr>
              <a:t>🌐 User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1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HTML5 + CSS3 + JS
(Browser)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508760"/>
            <a:ext cx="2743200" cy="73152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554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7941D"/>
                </a:solidFill>
              </a:rPr>
              <a:t>⚙️ Flask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87451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Python 3.12
Blueprint Routes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508760"/>
            <a:ext cx="2926080" cy="73152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0" y="15544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7941D"/>
                </a:solidFill>
              </a:rPr>
              <a:t>🧠 Cohere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87451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command-a-03-2025
LLM Engine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200400"/>
            <a:ext cx="2743200" cy="73152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246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7941D"/>
                </a:solidFill>
              </a:rPr>
              <a:t>🔍 Scraper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566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Auto-scrapes himtu.ac.in
Every 30 mins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200400"/>
            <a:ext cx="2743200" cy="73152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0" y="3246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7941D"/>
                </a:solidFill>
              </a:rPr>
              <a:t>🗄️ MongoDB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566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Notices, PYQ, Logs
Syllabus, Fees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3200400"/>
            <a:ext cx="2926080" cy="73152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0" y="32461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7941D"/>
                </a:solidFill>
              </a:rPr>
              <a:t>🕸️ Web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566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Google CSE
+ DuckDuckGo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4846320"/>
            <a:ext cx="2743200" cy="73152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17520" y="48920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7941D"/>
                </a:solidFill>
              </a:rPr>
              <a:t>📄 PDF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2120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pypdf — Text
Extraction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846320"/>
            <a:ext cx="2743200" cy="73152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48920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7941D"/>
                </a:solidFill>
              </a:rPr>
              <a:t>📊 Result Scraper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2120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IndiaResults Portal
Live Parsing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17556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6A"/>
                </a:solidFill>
              </a:rPr>
              <a:t>→  HTTP Request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17556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6A"/>
                </a:solidFill>
              </a:rPr>
              <a:t>→  AI Query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34564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6A"/>
                </a:solidFill>
              </a:rPr>
              <a:t>↕  Read/Write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34564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6A"/>
                </a:solidFill>
              </a:rPr>
              <a:t>→  Date Lookup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Methodology — Process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941D"/>
                </a:solidFill>
              </a:rPr>
              <a:t>Step-by-Step Working of the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CSEE-611P | HPTU, Hamirpur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7941D"/>
                </a:solidFill>
              </a:rPr>
              <a:t>© 2026 Kunal Chauhan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640080" cy="64008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146304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51560" y="1463040"/>
            <a:ext cx="10698480" cy="640080"/>
          </a:xfrm>
          <a:prstGeom prst="rect">
            <a:avLst/>
          </a:prstGeom>
          <a:noFill/>
          <a:ln w="19050">
            <a:solidFill>
              <a:srgbClr val="E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14996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980"/>
                </a:solidFill>
              </a:rPr>
              <a:t>User Query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499616"/>
            <a:ext cx="7132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User types or speaks a query on the web interface. Voice input uses Web Speech API (en-IN).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67712"/>
            <a:ext cx="640080" cy="64008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3591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2267712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51560" y="2267712"/>
            <a:ext cx="10698480" cy="640080"/>
          </a:xfrm>
          <a:prstGeom prst="rect">
            <a:avLst/>
          </a:prstGeom>
          <a:noFill/>
          <a:ln w="19050">
            <a:solidFill>
              <a:srgbClr val="E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23042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980"/>
                </a:solidFill>
              </a:rPr>
              <a:t>Intent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304288"/>
            <a:ext cx="7132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Backend classifies query: Result lookup, Date search, PYQ, Helpdesk issue, Career guidance, or General.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72384"/>
            <a:ext cx="640080" cy="64008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31638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3072384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51560" y="3072384"/>
            <a:ext cx="10698480" cy="640080"/>
          </a:xfrm>
          <a:prstGeom prst="rect">
            <a:avLst/>
          </a:prstGeom>
          <a:noFill/>
          <a:ln w="19050">
            <a:solidFill>
              <a:srgbClr val="E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3444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980"/>
                </a:solidFill>
              </a:rPr>
              <a:t>Context Building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108960"/>
            <a:ext cx="7132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Smart context builder loads ONLY relevant data (notices, PYQ, fees, syllabus) from MongoDB cache.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77056"/>
            <a:ext cx="640080" cy="64008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396849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" y="3877056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51560" y="3877056"/>
            <a:ext cx="10698480" cy="640080"/>
          </a:xfrm>
          <a:prstGeom prst="rect">
            <a:avLst/>
          </a:prstGeom>
          <a:noFill/>
          <a:ln w="19050">
            <a:solidFill>
              <a:srgbClr val="E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34440" y="3913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980"/>
                </a:solidFill>
              </a:rPr>
              <a:t>AI Processing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3913632"/>
            <a:ext cx="7132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Cohere LLM processes the query + context and generates a concise, bullet-pointed Markdown response.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681728"/>
            <a:ext cx="640080" cy="64008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47731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" y="4681728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51560" y="4681728"/>
            <a:ext cx="10698480" cy="640080"/>
          </a:xfrm>
          <a:prstGeom prst="rect">
            <a:avLst/>
          </a:prstGeom>
          <a:noFill/>
          <a:ln w="19050">
            <a:solidFill>
              <a:srgbClr val="E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34440" y="47183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980"/>
                </a:solidFill>
              </a:rPr>
              <a:t>Deterministic Overrides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4718304"/>
            <a:ext cx="7132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For results/dates, deterministic scrapers override LLM to ensure factual accuracy (no hallucination).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486400"/>
            <a:ext cx="640080" cy="64008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55778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1560" y="548640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51560" y="5486400"/>
            <a:ext cx="10698480" cy="640080"/>
          </a:xfrm>
          <a:prstGeom prst="rect">
            <a:avLst/>
          </a:prstGeom>
          <a:noFill/>
          <a:ln w="19050">
            <a:solidFill>
              <a:srgbClr val="E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234440" y="55229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980"/>
                </a:solidFill>
              </a:rPr>
              <a:t>Response Delivery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522976"/>
            <a:ext cx="7132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Formatted HTML response shown in chatbot UI with clickable links, emojis, and download buttons.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941D"/>
                </a:solidFill>
              </a:rPr>
              <a:t>Key Features Delivered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CSEE-611P | HPTU, Hamirpur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7941D"/>
                </a:solidFill>
              </a:rPr>
              <a:t>© 2026 Kunal Chauhan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3949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5394960" cy="1417320"/>
          </a:xfrm>
          <a:prstGeom prst="rect">
            <a:avLst/>
          </a:prstGeom>
          <a:noFill/>
          <a:ln w="19050">
            <a:solidFill>
              <a:srgbClr val="E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463040"/>
            <a:ext cx="5394960" cy="640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980"/>
                </a:solidFill>
              </a:rPr>
              <a:t>🤖 AI Chatbot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0116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Cohere-powered assistant answers 100+ query types about HPTU with Markdown-formatted, link-rich responses.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53949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463040"/>
            <a:ext cx="5394960" cy="1417320"/>
          </a:xfrm>
          <a:prstGeom prst="rect">
            <a:avLst/>
          </a:prstGeom>
          <a:noFill/>
          <a:ln w="19050">
            <a:solidFill>
              <a:srgbClr val="E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463040"/>
            <a:ext cx="5394960" cy="640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980"/>
                </a:solidFill>
              </a:rPr>
              <a:t>📊 Result Lookup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Fetches live results from IndiaResults portal by roll number or student name with SGPA/CGPA/subject marks.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63240"/>
            <a:ext cx="53949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063240"/>
            <a:ext cx="5394960" cy="1417320"/>
          </a:xfrm>
          <a:prstGeom prst="rect">
            <a:avLst/>
          </a:prstGeom>
          <a:noFill/>
          <a:ln w="19050">
            <a:solidFill>
              <a:srgbClr val="E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063240"/>
            <a:ext cx="5394960" cy="640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980"/>
                </a:solidFill>
              </a:rPr>
              <a:t>📄 PYQ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118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1000+ previous year papers scraped from hptuonline.com, searchable by course/branch/semester/subject.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063240"/>
            <a:ext cx="53949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3063240"/>
            <a:ext cx="5394960" cy="1417320"/>
          </a:xfrm>
          <a:prstGeom prst="rect">
            <a:avLst/>
          </a:prstGeom>
          <a:noFill/>
          <a:ln w="19050">
            <a:solidFill>
              <a:srgbClr val="E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3063240"/>
            <a:ext cx="5394960" cy="640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980"/>
                </a:solidFill>
              </a:rPr>
              <a:t>📅 Academic Calendar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6118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Live countdown timer + event cards showing official 2025-26 semester dates. AI answers calendar queries.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663440"/>
            <a:ext cx="53949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4663440"/>
            <a:ext cx="5394960" cy="1417320"/>
          </a:xfrm>
          <a:prstGeom prst="rect">
            <a:avLst/>
          </a:prstGeom>
          <a:noFill/>
          <a:ln w="19050">
            <a:solidFill>
              <a:srgbClr val="E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4663440"/>
            <a:ext cx="5394960" cy="640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4800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980"/>
                </a:solidFill>
              </a:rPr>
              <a:t>🎫 Student Helpdesk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212079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12+ issue types handled with exact steps, contact numbers, emails, and portal links for each problem type.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663440"/>
            <a:ext cx="53949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09360" y="4663440"/>
            <a:ext cx="5394960" cy="1417320"/>
          </a:xfrm>
          <a:prstGeom prst="rect">
            <a:avLst/>
          </a:prstGeom>
          <a:noFill/>
          <a:ln w="19050">
            <a:solidFill>
              <a:srgbClr val="E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09360" y="4663440"/>
            <a:ext cx="5394960" cy="640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4800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980"/>
                </a:solidFill>
              </a:rPr>
              <a:t>🎓 Career Consultant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212079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Branch-wise career paths, GATE/CAT roadmaps, placement prep tips, semester-wise academic guidance.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— Performance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941D"/>
                </a:solidFill>
              </a:rPr>
              <a:t>System Testing &amp; Measurements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CSEE-611P | HPTU, Hamirpur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7941D"/>
                </a:solidFill>
              </a:rPr>
              <a:t>© 2026 Kunal Chauhan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81328"/>
            <a:ext cx="11430000" cy="566928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57276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980"/>
                </a:solidFill>
              </a:rPr>
              <a:t>⚡  AI Response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554480"/>
            <a:ext cx="1645920" cy="40233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15727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&lt; 2.5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572768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Average response time for general queries using command-r7b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93976"/>
            <a:ext cx="11430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1854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980"/>
                </a:solidFill>
              </a:rPr>
              <a:t>📋  Notices Scraped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167128"/>
            <a:ext cx="1645920" cy="40233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18541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50+ Notices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185416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Auto-scraped from himtu.ac.in official notice board per cycle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06624"/>
            <a:ext cx="11430000" cy="566928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79806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980"/>
                </a:solidFill>
              </a:rPr>
              <a:t>📄  PYQ Papers Indexed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2779776"/>
            <a:ext cx="1645920" cy="40233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60520" y="279806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1000+ Papers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2798064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From hptuonline.com across 15+ courses and 8 B.Tech branches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319272"/>
            <a:ext cx="11430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4107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980"/>
                </a:solidFill>
              </a:rPr>
              <a:t>📚  Documents Indexed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3392424"/>
            <a:ext cx="1645920" cy="40233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60520" y="341071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55+ Documents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3410712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PDFs extracted and made searchable for AI context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931920"/>
            <a:ext cx="11430000" cy="566928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0233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980"/>
                </a:solidFill>
              </a:rPr>
              <a:t>🤖  Query Types Handled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4005072"/>
            <a:ext cx="1645920" cy="40233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60520" y="402336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15+ Categories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402336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Results, PYQ, fees, notices, syllabus, calendar, helpdesk, career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544568"/>
            <a:ext cx="11430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46360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980"/>
                </a:solidFill>
              </a:rPr>
              <a:t>🔄  Auto-Refresh Cycle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4617720"/>
            <a:ext cx="1645920" cy="40233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60520" y="46360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Every 30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4636008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APScheduler-triggered scraping keeps data fresh automatically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57216"/>
            <a:ext cx="11430000" cy="566928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52486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980"/>
                </a:solidFill>
              </a:rPr>
              <a:t>🎤  Voice Input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5230368"/>
            <a:ext cx="1645920" cy="40233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60520" y="524865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100% Supported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5248656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Web Speech API integration with en-IN locale for Hindi-accented English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769864"/>
            <a:ext cx="11430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586130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980"/>
                </a:solidFill>
              </a:rPr>
              <a:t>📱  Responsive Design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5843016"/>
            <a:ext cx="1645920" cy="40233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60520" y="586130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 Breakpoints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5861304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Mobile, tablet, and desktop fully supported with dark/light mode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— Comparison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941D"/>
                </a:solidFill>
              </a:rPr>
              <a:t>HPTU AI Assistant vs. Existing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CSEE-611P | HPTU, Hamirpur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7941D"/>
                </a:solidFill>
              </a:rPr>
              <a:t>© 2026 Kunal Chauhan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3200400" cy="50292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55448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1463040"/>
            <a:ext cx="2286000" cy="502920"/>
          </a:xfrm>
          <a:prstGeom prst="rect">
            <a:avLst/>
          </a:prstGeom>
          <a:solidFill>
            <a:srgbClr val="2D4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155448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HPTU Official Website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463040"/>
            <a:ext cx="2286000" cy="502920"/>
          </a:xfrm>
          <a:prstGeom prst="rect">
            <a:avLst/>
          </a:prstGeom>
          <a:solidFill>
            <a:srgbClr val="2D4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79" y="155448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Generic Chatbots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463040"/>
            <a:ext cx="2743200" cy="50292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5544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HPTU AI Assistant 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965960"/>
            <a:ext cx="3200400" cy="50292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205740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980"/>
                </a:solidFill>
              </a:rPr>
              <a:t>Real-time AI Answers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1965960"/>
            <a:ext cx="2286000" cy="50292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11880" y="205740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❌ 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1965960"/>
            <a:ext cx="2286000" cy="50292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97879" y="205740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⚠️ Generic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1965960"/>
            <a:ext cx="2743200" cy="50292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3879" y="205740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✅ HPTU-specific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1460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260604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980"/>
                </a:solidFill>
              </a:rPr>
              <a:t>Exam Result Lookup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251460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11880" y="26060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⚠️ Portal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251460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97879" y="26060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❌ 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2440" y="25146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83879" y="26060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✅ In-chat lookup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063240"/>
            <a:ext cx="3200400" cy="50292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315468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980"/>
                </a:solidFill>
              </a:rPr>
              <a:t>PYQ Papers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3063240"/>
            <a:ext cx="2286000" cy="50292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11880" y="315468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❌ 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06440" y="3063240"/>
            <a:ext cx="2286000" cy="50292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897879" y="315468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❌ 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92440" y="3063240"/>
            <a:ext cx="2743200" cy="50292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83879" y="31546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✅ 1000+ papers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61188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370332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980"/>
                </a:solidFill>
              </a:rPr>
              <a:t>Student Helpdesk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361188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11880" y="370332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❌ 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06440" y="361188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97879" y="370332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⚠️ Basic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92440" y="361188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83879" y="37033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✅ 12+ issue types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160520"/>
            <a:ext cx="3200400" cy="50292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5760" y="425196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980"/>
                </a:solidFill>
              </a:rPr>
              <a:t>Academic Calendar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20440" y="4160520"/>
            <a:ext cx="2286000" cy="50292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11880" y="42519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⚠️ PDF only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06440" y="4160520"/>
            <a:ext cx="2286000" cy="50292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897879" y="42519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❌ 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92440" y="4160520"/>
            <a:ext cx="2743200" cy="50292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183879" y="42519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✅ Live + AI-aware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70916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480060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980"/>
                </a:solidFill>
              </a:rPr>
              <a:t>Career Guidance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20440" y="470916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611880" y="480060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❌ No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06440" y="470916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897879" y="480060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⚠️ Generic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92440" y="470916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183879" y="480060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✅ Branch-specific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5257800"/>
            <a:ext cx="3200400" cy="50292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65760" y="534924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980"/>
                </a:solidFill>
              </a:rPr>
              <a:t>Voice Input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20440" y="5257800"/>
            <a:ext cx="2286000" cy="50292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611880" y="53492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❌ No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06440" y="5257800"/>
            <a:ext cx="2286000" cy="50292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897879" y="53492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⚠️ Some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92440" y="5257800"/>
            <a:ext cx="2743200" cy="50292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183879" y="53492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✅ en-IN locale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580644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65760" y="589788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980"/>
                </a:solidFill>
              </a:rPr>
              <a:t>Auto-Updated Notices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20440" y="580644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611880" y="589788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✅ Yes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806440" y="580644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897879" y="589788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❌ No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92440" y="580644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183879" y="58978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✅ Auto-scraped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941D"/>
                </a:solidFill>
              </a:rPr>
              <a:t>Summary &amp; Roadmap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solidFill>
            <a:srgbClr val="0F1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941D"/>
                </a:solidFill>
              </a:rPr>
              <a:t>🏆 What We Achieved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993392"/>
            <a:ext cx="1097280" cy="3657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</a:rPr>
              <a:t>✔ Built a full-stack AI web assistant specifically for HPTU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</a:rPr>
              <a:t>✔ Integrated Cohere LLM with smart, topic-aware context loading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</a:rPr>
              <a:t>✔ Live result lookup by roll number or student name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</a:rPr>
              <a:t>✔ 1000+ PYQ papers searchable through natural language chat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</a:rPr>
              <a:t>✔ Official Academic Calendar with live countdown timer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</a:rPr>
              <a:t>✔ 12+ student helpdesk issue types with exact resolution steps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</a:rPr>
              <a:t>✔ Branch-wise career consultant &amp; placement guide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</a:rPr>
              <a:t>✔ Deployed live on Render with auto-scraping and MongoDB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63040"/>
            <a:ext cx="5486400" cy="4754880"/>
          </a:xfrm>
          <a:prstGeom prst="rect">
            <a:avLst/>
          </a:prstGeom>
          <a:solidFill>
            <a:srgbClr val="0F1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941D"/>
                </a:solidFill>
              </a:rPr>
              <a:t>🚀 Future Enhancements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1993392"/>
            <a:ext cx="1280160" cy="3657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1031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</a:rPr>
              <a:t>▸ Student login with personalised dashboard &amp; history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</a:rPr>
              <a:t>▸ Hindi language support for regional accessibility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</a:rPr>
              <a:t>▸ Push notifications for new notices and deadlines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</a:rPr>
              <a:t>▸ Branch/college predictor based on HPCET/JEE rank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</a:rPr>
              <a:t>▸ Mobile app (React Native / Flutter)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</a:rPr>
              <a:t>▸ Integration with HPTU exam portal APIs (official)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</a:rPr>
              <a:t>▸ Formal student grievance ticketing system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</a:rPr>
              <a:t>▸ AI-powered study material recommendation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1260</Words>
  <Application>Microsoft Office PowerPoint</Application>
  <PresentationFormat>Custom</PresentationFormat>
  <Paragraphs>217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kunal chauhan</cp:lastModifiedBy>
  <cp:revision>1</cp:revision>
  <dcterms:created xsi:type="dcterms:W3CDTF">2013-01-27T09:14:16Z</dcterms:created>
  <dcterms:modified xsi:type="dcterms:W3CDTF">2026-03-30T06:03:33Z</dcterms:modified>
  <cp:category/>
</cp:coreProperties>
</file>